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523" y="-103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13360"/>
              </p:ext>
            </p:extLst>
          </p:nvPr>
        </p:nvGraphicFramePr>
        <p:xfrm>
          <a:off x="71979" y="2280144"/>
          <a:ext cx="3890421" cy="15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 err="1">
                          <a:solidFill>
                            <a:schemeClr val="bg1"/>
                          </a:solidFill>
                          <a:latin typeface="Abadi" panose="020F050202020403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700" b="1" dirty="0">
                          <a:solidFill>
                            <a:schemeClr val="bg1"/>
                          </a:solidFill>
                          <a:latin typeface="Abad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 err="1">
                          <a:solidFill>
                            <a:schemeClr val="bg1"/>
                          </a:solidFill>
                          <a:latin typeface="Abadi" panose="020F050202020403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700" b="1" dirty="0">
                        <a:solidFill>
                          <a:schemeClr val="bg1"/>
                        </a:solidFill>
                        <a:latin typeface="Abad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Hệ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xây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để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lý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chấm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một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tổ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chức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kết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cơ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sở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truyền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Blockchain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nhằm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đảm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bảo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tính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minh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bạch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, an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toàn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bảo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mật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cao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. Các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chức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năng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hệ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bao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gồm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Quản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lý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nhân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sự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lịch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sử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chấm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: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Hỗ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trợ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lý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danh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sách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nhân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viên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ghi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nhận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check-in/check-out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hằng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ngày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phép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xem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lại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lịch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sử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chấm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chi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tiết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Tích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xác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minh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Blockchain: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Ghi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lưu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vĩnh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viễn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chấm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lên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mạng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lưới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Blockchain (Smart Contract),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cung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cấp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mã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giao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dịch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TxHash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)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giúp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nhân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viên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tự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do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chứng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ngăn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chặn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hoàn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toàn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hành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vi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sửa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đổi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hay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giả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mạo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kê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tổng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b="1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trên</a:t>
                      </a:r>
                      <a:r>
                        <a:rPr lang="en-AS" sz="700" b="1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Dashboard: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Cung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cấp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giao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diện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trực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quan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thị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tổng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quan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toàn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ty,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hỗ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trợ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trị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viên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(Admin)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theo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dõi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xử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lý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các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ngoại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lệ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phục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vụ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công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tác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AS" sz="700" kern="1200" dirty="0" err="1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cáo</a:t>
                      </a:r>
                      <a:r>
                        <a:rPr lang="en-AS" sz="700" kern="1200" dirty="0">
                          <a:solidFill>
                            <a:schemeClr val="dk1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734070"/>
              </p:ext>
            </p:extLst>
          </p:nvPr>
        </p:nvGraphicFramePr>
        <p:xfrm>
          <a:off x="4027952" y="2289292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trúc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1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100" b="1" dirty="0"/>
                  <a:t>HỆ THỐNG ĐIỂM DANH VÀ QUẢN LÝ NHÂN SỰ MINH BẠCH SỬ DỤNG CÔNG NGHỆ BLOCKCHAIN</a:t>
                </a:r>
                <a:endParaRPr lang="en-US" sz="11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Phạm Đức Long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96513"/>
              </p:ext>
            </p:extLst>
          </p:nvPr>
        </p:nvGraphicFramePr>
        <p:xfrm>
          <a:off x="4027952" y="4435843"/>
          <a:ext cx="2789415" cy="1716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6217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453860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34946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425094"/>
              </p:ext>
            </p:extLst>
          </p:nvPr>
        </p:nvGraphicFramePr>
        <p:xfrm>
          <a:off x="4010791" y="6236873"/>
          <a:ext cx="2789417" cy="1341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2633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0974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4713"/>
              </p:ext>
            </p:extLst>
          </p:nvPr>
        </p:nvGraphicFramePr>
        <p:xfrm>
          <a:off x="4027947" y="7634442"/>
          <a:ext cx="278941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2463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56663">
                <a:tc>
                  <a:txBody>
                    <a:bodyPr/>
                    <a:lstStyle/>
                    <a:p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Để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nâng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cao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chất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lượng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mở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rộng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quy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mô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hệ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định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hướng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phát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triển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các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chức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năng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sau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:</a:t>
                      </a:r>
                    </a:p>
                    <a:p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Phân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quyền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Quản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trị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nâng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cao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: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Phân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quyền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chi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tiết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theo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vai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trò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(Quản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trị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Quản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lý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dự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án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Nhân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viên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)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tích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hợp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hệ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lưu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vết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lịch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sử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thay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đổi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(Audit Log).</a:t>
                      </a:r>
                    </a:p>
                    <a:p>
                      <a:r>
                        <a:rPr lang="en-AS" sz="700" b="1" dirty="0">
                          <a:latin typeface="Abadi" panose="020B0604020104020204" pitchFamily="34" charset="0"/>
                        </a:rPr>
                        <a:t>Dashboard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Báo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cáo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kê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chuyên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sâu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: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Xây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dựng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Dashboard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đánh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giá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hiệu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suất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làm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việc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xuất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báo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cáo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kê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nâng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cao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theo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thời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gian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dự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án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nhân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sự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.</a:t>
                      </a:r>
                    </a:p>
                    <a:p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Tối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ưu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hạ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tầng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Tính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năng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cốt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lõi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: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Chuyển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đổi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dữ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liệu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sang MongoDB,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nâng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cấp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bảo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mật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(JWT, AES-256)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triển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khai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hệ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thông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báo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tự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động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(Email, Push Notification).</a:t>
                      </a:r>
                    </a:p>
                    <a:p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Tích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hợp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công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nghệ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tiên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tiến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: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Ứng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dụng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AI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phát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hiện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bất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thường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;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tích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hợp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nhận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diện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khuôn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mặt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,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định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vị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GPS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quét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mã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QR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để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gian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lận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.</a:t>
                      </a:r>
                    </a:p>
                    <a:p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Mở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rộng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hệ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sinh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b="1" dirty="0" err="1">
                          <a:latin typeface="Abadi" panose="020B0604020104020204" pitchFamily="34" charset="0"/>
                        </a:rPr>
                        <a:t>thái</a:t>
                      </a:r>
                      <a:r>
                        <a:rPr lang="en-AS" sz="700" b="1" dirty="0">
                          <a:latin typeface="Abadi" panose="020B0604020104020204" pitchFamily="34" charset="0"/>
                        </a:rPr>
                        <a:t>: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Hỗ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trợ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lưu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trữ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đa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chuỗi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(Multi-chain)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và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kết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nối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đồng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bộ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với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các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hệ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thống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quản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trị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nhân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sự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AS" sz="700" dirty="0" err="1">
                          <a:latin typeface="Abadi" panose="020B0604020104020204" pitchFamily="34" charset="0"/>
                        </a:rPr>
                        <a:t>lớn</a:t>
                      </a:r>
                      <a:r>
                        <a:rPr lang="en-AS" sz="700" dirty="0">
                          <a:latin typeface="Abadi" panose="020B0604020104020204" pitchFamily="34" charset="0"/>
                        </a:rPr>
                        <a:t> (SAP, Workday).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62399" y="9665698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184734" y="7271497"/>
            <a:ext cx="683550" cy="338555"/>
            <a:chOff x="5721038" y="1866300"/>
            <a:chExt cx="683550" cy="342566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5755379" y="1866300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r>
                <a:rPr lang="en-US" sz="800" b="1" dirty="0">
                  <a:latin typeface="Arial Hebrew Scholar" pitchFamily="2" charset="-79"/>
                  <a:cs typeface="Arial Hebrew Scholar" pitchFamily="2" charset="-79"/>
                </a:rPr>
                <a:t> Platform</a:t>
              </a: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5721038" y="1890978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901576" y="6550990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9DD16C5-688C-2306-F50A-AE24060FB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92" y="6001025"/>
            <a:ext cx="3782991" cy="1826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9A3A59-BF6D-18ED-31A5-53AB5DD75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37" y="4141202"/>
            <a:ext cx="3764930" cy="17936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7E1D19-E07C-B6E0-D2C2-B6E5C32887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4734" y="2581538"/>
            <a:ext cx="2508272" cy="1822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DC2306-AE70-F7B3-2A0B-13755EF35F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1283" y="4752131"/>
            <a:ext cx="2659665" cy="1327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C9D580-43D3-C544-AAA1-342520CF66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1628" y="6564027"/>
            <a:ext cx="756656" cy="719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798121-EAD4-896E-FC5D-CD7D3F71BD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8047" y="1311141"/>
            <a:ext cx="675983" cy="64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764</TotalTime>
  <Words>469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Abadi</vt:lpstr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long phạm</cp:lastModifiedBy>
  <cp:revision>106</cp:revision>
  <dcterms:created xsi:type="dcterms:W3CDTF">2023-07-02T07:57:15Z</dcterms:created>
  <dcterms:modified xsi:type="dcterms:W3CDTF">2026-06-04T04:45:57Z</dcterms:modified>
</cp:coreProperties>
</file>